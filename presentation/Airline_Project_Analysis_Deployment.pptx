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Airline Passenger Satisfaction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&amp; </a:t>
            </a:r>
            <a:r>
              <a:rPr/>
              <a:t>Deployment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 lvl="1"/>
            <a:r>
              <a:t>1. Load and inspect dataset</a:t>
            </a:r>
          </a:p>
          <a:p>
            <a:pPr lvl="1"/>
            <a:r>
              <a:t>2. Clean data (drop unwanted columns, fix data types, remove duplicates)</a:t>
            </a:r>
          </a:p>
          <a:p>
            <a:pPr lvl="1"/>
            <a:r>
              <a:t>3. Explore categorical &amp; numerical features</a:t>
            </a:r>
          </a:p>
          <a:p>
            <a:pPr lvl="1"/>
            <a:r>
              <a:t>4. Handle outliers using median replacement</a:t>
            </a:r>
          </a:p>
          <a:p>
            <a:pPr lvl="1"/>
            <a:r>
              <a:t>5. Handle missing values</a:t>
            </a:r>
          </a:p>
          <a:p>
            <a:pPr lvl="1"/>
            <a:r>
              <a:t>6. Feature engineering (customer age groups)</a:t>
            </a:r>
          </a:p>
          <a:p>
            <a:pPr lvl="1"/>
            <a:r>
              <a:t>7. Perform EDA (histograms, pie charts, bar charts)</a:t>
            </a:r>
          </a:p>
          <a:p>
            <a:pPr lvl="1"/>
            <a:r>
              <a:t>8. Check correlations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1. Create Streamlit file (app.py)</a:t>
            </a:r>
          </a:p>
          <a:p>
            <a:pPr lvl="1"/>
            <a:r>
              <a:t>2. Generate requirements.txt using pipreqs</a:t>
            </a:r>
          </a:p>
          <a:p>
            <a:pPr lvl="1"/>
            <a:r>
              <a:t>3. Upload project to GitHub</a:t>
            </a:r>
          </a:p>
          <a:p>
            <a:pPr lvl="1"/>
            <a:r>
              <a:t>4. Login to Streamlit Cloud</a:t>
            </a:r>
          </a:p>
          <a:p>
            <a:pPr lvl="1"/>
            <a:r>
              <a:t>5. Connect your GitHub repository</a:t>
            </a:r>
          </a:p>
          <a:p>
            <a:pPr lvl="1"/>
            <a:r>
              <a:t>6. Select branch &amp; app file</a:t>
            </a:r>
          </a:p>
          <a:p>
            <a:pPr lvl="1"/>
            <a:r>
              <a:t>7. Deploy and obtain global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125</Words>
  <Application>Microsoft Macintosh PowerPoint</Application>
  <PresentationFormat>On-screen Show (4:3)</PresentationFormat>
  <Paragraphs>21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Airline Passenger Satisfaction Project</vt:lpstr>
      <vt:lpstr>Data Analysis Steps</vt:lpstr>
      <vt:lpstr>Deployment Steps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Passenger Satisfaction Project</dc:title>
  <dc:subject/>
  <dc:creator/>
  <cp:keywords/>
  <dc:description>generated using python-pptx</dc:description>
  <cp:lastModifiedBy>APPPLE</cp:lastModifiedBy>
  <cp:revision>2</cp:revision>
  <dcterms:created xsi:type="dcterms:W3CDTF">2013-01-27T09:14:16Z</dcterms:created>
  <dcterms:modified xsi:type="dcterms:W3CDTF">2025-12-07T11:12:20Z</dcterms:modified>
  <cp:category/>
</cp:coreProperties>
</file>