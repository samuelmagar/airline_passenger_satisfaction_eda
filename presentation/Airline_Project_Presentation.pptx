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7" r:id="rId5"/>
    <p:sldId id="259" r:id="rId6"/>
    <p:sldId id="268" r:id="rId7"/>
    <p:sldId id="260" r:id="rId8"/>
    <p:sldId id="269" r:id="rId9"/>
    <p:sldId id="270" r:id="rId10"/>
    <p:sldId id="261" r:id="rId11"/>
    <p:sldId id="262" r:id="rId12"/>
    <p:sldId id="263" r:id="rId13"/>
    <p:sldId id="264" r:id="rId14"/>
    <p:sldId id="271" r:id="rId15"/>
    <p:sldId id="272" r:id="rId16"/>
    <p:sldId id="273" r:id="rId17"/>
    <p:sldId id="265" r:id="rId18"/>
    <p:sldId id="258" r:id="rId19"/>
    <p:sldId id="274" r:id="rId20"/>
    <p:sldId id="275" r:id="rId21"/>
    <p:sldId id="277" r:id="rId22"/>
    <p:sldId id="279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 snapToGrid="0" snapToObjects="1"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Airline Passenger Satisfaction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&amp; </a:t>
            </a:r>
            <a:r>
              <a:rPr/>
              <a:t>Deployment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None/>
            </a:pPr>
            <a:r>
              <a:rPr lang="en-US" dirty="0" smtClean="0"/>
              <a:t>1</a:t>
            </a:r>
            <a:r>
              <a:rPr lang="en-US" dirty="0" smtClean="0"/>
              <a:t>. Load and inspect </a:t>
            </a:r>
            <a:r>
              <a:rPr lang="en-US" dirty="0" smtClean="0"/>
              <a:t>dataset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8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333" y="2133386"/>
            <a:ext cx="7554350" cy="3221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2- Data Exploration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16237" y="1600200"/>
            <a:ext cx="571152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summary statistics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1012" y="1080655"/>
            <a:ext cx="8181975" cy="2838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3919145"/>
            <a:ext cx="5943600" cy="2594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3</a:t>
            </a:r>
            <a:r>
              <a:rPr lang="en-US" sz="2400" dirty="0" smtClean="0"/>
              <a:t>. Clean data (drop unwanted columns, fix data types, remove duplicates)</a:t>
            </a:r>
            <a:endParaRPr lang="en-US" sz="2400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17638"/>
            <a:ext cx="7800109" cy="4136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Drop unnecessary columns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31606"/>
            <a:ext cx="8229600" cy="3863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Check for duplicates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09737" y="955964"/>
            <a:ext cx="5724525" cy="2620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depth check (categorical)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68652"/>
            <a:ext cx="8229600" cy="3989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depth check </a:t>
            </a:r>
            <a:r>
              <a:rPr lang="en-US" dirty="0" smtClean="0"/>
              <a:t>(numerical)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14888"/>
            <a:ext cx="8229600" cy="4496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 Handle outliers using median replacement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17638"/>
            <a:ext cx="8229600" cy="252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1" y="3612401"/>
            <a:ext cx="8229600" cy="2913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5. </a:t>
            </a:r>
            <a:r>
              <a:rPr lang="en-US" dirty="0" smtClean="0"/>
              <a:t>Check missing </a:t>
            </a:r>
            <a:r>
              <a:rPr lang="en-US" dirty="0" smtClean="0"/>
              <a:t>values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37310" y="1073727"/>
            <a:ext cx="7633854" cy="4164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99786" y="5237801"/>
            <a:ext cx="5944428" cy="1009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6. Feature engineering (customer age groups)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84906"/>
            <a:ext cx="8229600" cy="4156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7. Perform EDA (histograms, pie charts, bar charts</a:t>
            </a:r>
            <a:r>
              <a:rPr lang="en-US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5400" y="1600200"/>
            <a:ext cx="785319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questions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019751"/>
            <a:ext cx="8229600" cy="3686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Q.2</a:t>
            </a:r>
            <a:endParaRPr lang="en-US" dirty="0"/>
          </a:p>
        </p:txBody>
      </p:sp>
      <p:pic>
        <p:nvPicPr>
          <p:cNvPr id="8" name="Content Placeholder 7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417638"/>
            <a:ext cx="8229600" cy="4627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Q.3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17638"/>
            <a:ext cx="8229600" cy="498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8. Check correlations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149927"/>
            <a:ext cx="8229600" cy="5209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1. Create </a:t>
            </a:r>
            <a:r>
              <a:rPr lang="en-US" dirty="0" err="1" smtClean="0"/>
              <a:t>Streamlit</a:t>
            </a:r>
            <a:r>
              <a:rPr lang="en-US" dirty="0" smtClean="0"/>
              <a:t> file (app.py)</a:t>
            </a:r>
          </a:p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9786" y="2570259"/>
            <a:ext cx="5944428" cy="1717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99786" y="4628201"/>
            <a:ext cx="5802906" cy="1009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 smtClean="0"/>
              <a:t>2. Generate requirements.txt using </a:t>
            </a:r>
            <a:r>
              <a:rPr lang="en-US" dirty="0" err="1" smtClean="0"/>
              <a:t>pipreqs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42975" y="1787705"/>
            <a:ext cx="7258050" cy="2354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3. Upload project to </a:t>
            </a:r>
            <a:r>
              <a:rPr lang="en-US" dirty="0" err="1" smtClean="0"/>
              <a:t>GitHub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11249"/>
            <a:ext cx="8229600" cy="39038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5. Connect your </a:t>
            </a:r>
            <a:r>
              <a:rPr lang="en-US" dirty="0" err="1" smtClean="0"/>
              <a:t>GitHub</a:t>
            </a:r>
            <a:r>
              <a:rPr lang="en-US" dirty="0" smtClean="0"/>
              <a:t> repository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21883" y="1169681"/>
            <a:ext cx="4258270" cy="1286055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1883" y="2455736"/>
            <a:ext cx="3912235" cy="1097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1883" y="3553016"/>
            <a:ext cx="4890135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21883" y="4419790"/>
            <a:ext cx="5943600" cy="1274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21883" y="5694217"/>
            <a:ext cx="5407025" cy="104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Deploy and obtain global link</a:t>
            </a:r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37652" y="2739074"/>
            <a:ext cx="7668696" cy="22482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133</Words>
  <Application>Microsoft Macintosh PowerPoint</Application>
  <PresentationFormat>On-screen Show (4:3)</PresentationFormat>
  <Paragraphs>33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Airline Passenger Satisfaction Project</vt:lpstr>
      <vt:lpstr>Data Analysis Steps</vt:lpstr>
      <vt:lpstr>2- Data Exploration</vt:lpstr>
      <vt:lpstr>Check summary statistics</vt:lpstr>
      <vt:lpstr>3. Clean data (drop unwanted columns, fix data types, remove duplicates)</vt:lpstr>
      <vt:lpstr>Drop unnecessary columns</vt:lpstr>
      <vt:lpstr>Check for duplicates </vt:lpstr>
      <vt:lpstr>In depth check (categorical)</vt:lpstr>
      <vt:lpstr>In depth check (numerical)</vt:lpstr>
      <vt:lpstr>4. Handle outliers using median replacement </vt:lpstr>
      <vt:lpstr>5. Check missing values </vt:lpstr>
      <vt:lpstr>6. Feature engineering (customer age groups) </vt:lpstr>
      <vt:lpstr>7. Perform EDA (histograms, pie charts, bar charts) </vt:lpstr>
      <vt:lpstr>Analysis questions</vt:lpstr>
      <vt:lpstr>Q.2</vt:lpstr>
      <vt:lpstr>Q.3</vt:lpstr>
      <vt:lpstr>8. Check correlations</vt:lpstr>
      <vt:lpstr>Deployment Steps</vt:lpstr>
      <vt:lpstr>2. Generate requirements.txt using pipreqs  </vt:lpstr>
      <vt:lpstr>3. Upload project to GitHub </vt:lpstr>
      <vt:lpstr>5. Connect your GitHub repository </vt:lpstr>
      <vt:lpstr>7. Deploy and obtain global link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Passenger Satisfaction Project</dc:title>
  <dc:subject/>
  <dc:creator/>
  <cp:keywords/>
  <dc:description>generated using python-pptx</dc:description>
  <cp:lastModifiedBy>APPPLE</cp:lastModifiedBy>
  <cp:revision>5</cp:revision>
  <dcterms:created xsi:type="dcterms:W3CDTF">2013-01-27T09:14:16Z</dcterms:created>
  <dcterms:modified xsi:type="dcterms:W3CDTF">2025-12-07T12:53:12Z</dcterms:modified>
  <cp:category/>
</cp:coreProperties>
</file>